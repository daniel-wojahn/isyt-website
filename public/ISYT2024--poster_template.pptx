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9975" cy="42808525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00050" indent="5715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801688" indent="112713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203325" indent="168275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604963" indent="223838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2">
          <p15:clr>
            <a:srgbClr val="A4A3A4"/>
          </p15:clr>
        </p15:guide>
        <p15:guide id="2" orient="horz" pos="25531">
          <p15:clr>
            <a:srgbClr val="A4A3A4"/>
          </p15:clr>
        </p15:guide>
        <p15:guide id="3" orient="horz" pos="4849">
          <p15:clr>
            <a:srgbClr val="A4A3A4"/>
          </p15:clr>
        </p15:guide>
        <p15:guide id="4" orient="horz" pos="2769">
          <p15:clr>
            <a:srgbClr val="A4A3A4"/>
          </p15:clr>
        </p15:guide>
        <p15:guide id="5" pos="4399">
          <p15:clr>
            <a:srgbClr val="A4A3A4"/>
          </p15:clr>
        </p15:guide>
        <p15:guide id="6" pos="4975">
          <p15:clr>
            <a:srgbClr val="A4A3A4"/>
          </p15:clr>
        </p15:guide>
        <p15:guide id="7" pos="9054">
          <p15:clr>
            <a:srgbClr val="A4A3A4"/>
          </p15:clr>
        </p15:guide>
        <p15:guide id="8" pos="14508">
          <p15:clr>
            <a:srgbClr val="A4A3A4"/>
          </p15:clr>
        </p15:guide>
        <p15:guide id="9" pos="680">
          <p15:clr>
            <a:srgbClr val="A4A3A4"/>
          </p15:clr>
        </p15:guide>
        <p15:guide id="10" pos="9656">
          <p15:clr>
            <a:srgbClr val="A4A3A4"/>
          </p15:clr>
        </p15:guide>
        <p15:guide id="11" pos="13934">
          <p15:clr>
            <a:srgbClr val="A4A3A4"/>
          </p15:clr>
        </p15:guide>
        <p15:guide id="12" pos="1825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1C941F"/>
    <a:srgbClr val="10801B"/>
    <a:srgbClr val="FCCA25"/>
    <a:srgbClr val="CE7318"/>
    <a:srgbClr val="FFDA4A"/>
    <a:srgbClr val="191919"/>
    <a:srgbClr val="FFFF66"/>
    <a:srgbClr val="FFFFE1"/>
    <a:srgbClr val="FFF3F3"/>
    <a:srgbClr val="800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612FCF-B5CE-0849-9CDD-71550D160DE0}" v="5" dt="2024-07-08T07:43:41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4648"/>
  </p:normalViewPr>
  <p:slideViewPr>
    <p:cSldViewPr snapToGrid="0">
      <p:cViewPr>
        <p:scale>
          <a:sx n="43" d="100"/>
          <a:sy n="43" d="100"/>
        </p:scale>
        <p:origin x="1768" y="656"/>
      </p:cViewPr>
      <p:guideLst>
        <p:guide orient="horz" pos="932"/>
        <p:guide orient="horz" pos="25531"/>
        <p:guide orient="horz" pos="4849"/>
        <p:guide orient="horz" pos="2769"/>
        <p:guide pos="4399"/>
        <p:guide pos="4975"/>
        <p:guide pos="9054"/>
        <p:guide pos="14508"/>
        <p:guide pos="680"/>
        <p:guide pos="9656"/>
        <p:guide pos="13934"/>
        <p:guide pos="182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Wojahn" userId="3bcc1ea3132f2368" providerId="LiveId" clId="{83612FCF-B5CE-0849-9CDD-71550D160DE0}"/>
    <pc:docChg chg="undo custSel modSld">
      <pc:chgData name="Daniel Wojahn" userId="3bcc1ea3132f2368" providerId="LiveId" clId="{83612FCF-B5CE-0849-9CDD-71550D160DE0}" dt="2024-07-08T07:48:46.432" v="1095" actId="2711"/>
      <pc:docMkLst>
        <pc:docMk/>
      </pc:docMkLst>
      <pc:sldChg chg="addSp delSp modSp mod">
        <pc:chgData name="Daniel Wojahn" userId="3bcc1ea3132f2368" providerId="LiveId" clId="{83612FCF-B5CE-0849-9CDD-71550D160DE0}" dt="2024-07-08T07:48:46.432" v="1095" actId="2711"/>
        <pc:sldMkLst>
          <pc:docMk/>
          <pc:sldMk cId="0" sldId="256"/>
        </pc:sldMkLst>
        <pc:spChg chg="del">
          <ac:chgData name="Daniel Wojahn" userId="3bcc1ea3132f2368" providerId="LiveId" clId="{83612FCF-B5CE-0849-9CDD-71550D160DE0}" dt="2024-06-28T08:58:14.030" v="131" actId="478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Daniel Wojahn" userId="3bcc1ea3132f2368" providerId="LiveId" clId="{83612FCF-B5CE-0849-9CDD-71550D160DE0}" dt="2024-07-08T07:46:17.708" v="879" actId="122"/>
          <ac:spMkLst>
            <pc:docMk/>
            <pc:sldMk cId="0" sldId="256"/>
            <ac:spMk id="2" creationId="{8714B5A1-9B86-96BE-B792-A802BD1B0B99}"/>
          </ac:spMkLst>
        </pc:spChg>
        <pc:spChg chg="mod">
          <ac:chgData name="Daniel Wojahn" userId="3bcc1ea3132f2368" providerId="LiveId" clId="{83612FCF-B5CE-0849-9CDD-71550D160DE0}" dt="2024-07-08T07:47:01.989" v="880" actId="2711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Daniel Wojahn" userId="3bcc1ea3132f2368" providerId="LiveId" clId="{83612FCF-B5CE-0849-9CDD-71550D160DE0}" dt="2024-06-28T08:58:11.551" v="130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Daniel Wojahn" userId="3bcc1ea3132f2368" providerId="LiveId" clId="{83612FCF-B5CE-0849-9CDD-71550D160DE0}" dt="2024-06-28T08:59:46.413" v="471" actId="478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Daniel Wojahn" userId="3bcc1ea3132f2368" providerId="LiveId" clId="{83612FCF-B5CE-0849-9CDD-71550D160DE0}" dt="2024-06-28T08:58:18.815" v="133" actId="478"/>
          <ac:spMkLst>
            <pc:docMk/>
            <pc:sldMk cId="0" sldId="256"/>
            <ac:spMk id="13" creationId="{00000000-0000-0000-0000-000000000000}"/>
          </ac:spMkLst>
        </pc:spChg>
        <pc:spChg chg="mod">
          <ac:chgData name="Daniel Wojahn" userId="3bcc1ea3132f2368" providerId="LiveId" clId="{83612FCF-B5CE-0849-9CDD-71550D160DE0}" dt="2024-07-08T07:48:19.835" v="1028" actId="6549"/>
          <ac:spMkLst>
            <pc:docMk/>
            <pc:sldMk cId="0" sldId="256"/>
            <ac:spMk id="21" creationId="{00000000-0000-0000-0000-000000000000}"/>
          </ac:spMkLst>
        </pc:spChg>
        <pc:spChg chg="mod">
          <ac:chgData name="Daniel Wojahn" userId="3bcc1ea3132f2368" providerId="LiveId" clId="{83612FCF-B5CE-0849-9CDD-71550D160DE0}" dt="2024-07-08T07:47:30.521" v="882" actId="2711"/>
          <ac:spMkLst>
            <pc:docMk/>
            <pc:sldMk cId="0" sldId="256"/>
            <ac:spMk id="2051" creationId="{00000000-0000-0000-0000-000000000000}"/>
          </ac:spMkLst>
        </pc:spChg>
        <pc:spChg chg="mod">
          <ac:chgData name="Daniel Wojahn" userId="3bcc1ea3132f2368" providerId="LiveId" clId="{83612FCF-B5CE-0849-9CDD-71550D160DE0}" dt="2024-07-08T07:47:59.352" v="938" actId="20577"/>
          <ac:spMkLst>
            <pc:docMk/>
            <pc:sldMk cId="0" sldId="256"/>
            <ac:spMk id="2052" creationId="{00000000-0000-0000-0000-000000000000}"/>
          </ac:spMkLst>
        </pc:spChg>
        <pc:spChg chg="mod">
          <ac:chgData name="Daniel Wojahn" userId="3bcc1ea3132f2368" providerId="LiveId" clId="{83612FCF-B5CE-0849-9CDD-71550D160DE0}" dt="2024-07-08T07:48:09.085" v="982" actId="6549"/>
          <ac:spMkLst>
            <pc:docMk/>
            <pc:sldMk cId="0" sldId="256"/>
            <ac:spMk id="2053" creationId="{00000000-0000-0000-0000-000000000000}"/>
          </ac:spMkLst>
        </pc:spChg>
        <pc:spChg chg="mod">
          <ac:chgData name="Daniel Wojahn" userId="3bcc1ea3132f2368" providerId="LiveId" clId="{83612FCF-B5CE-0849-9CDD-71550D160DE0}" dt="2024-07-08T07:48:46.432" v="1095" actId="2711"/>
          <ac:spMkLst>
            <pc:docMk/>
            <pc:sldMk cId="0" sldId="256"/>
            <ac:spMk id="2054" creationId="{00000000-0000-0000-0000-000000000000}"/>
          </ac:spMkLst>
        </pc:spChg>
        <pc:spChg chg="mod">
          <ac:chgData name="Daniel Wojahn" userId="3bcc1ea3132f2368" providerId="LiveId" clId="{83612FCF-B5CE-0849-9CDD-71550D160DE0}" dt="2024-06-28T08:57:31.499" v="55" actId="20577"/>
          <ac:spMkLst>
            <pc:docMk/>
            <pc:sldMk cId="0" sldId="256"/>
            <ac:spMk id="2055" creationId="{00000000-0000-0000-0000-000000000000}"/>
          </ac:spMkLst>
        </pc:spChg>
        <pc:graphicFrameChg chg="del">
          <ac:chgData name="Daniel Wojahn" userId="3bcc1ea3132f2368" providerId="LiveId" clId="{83612FCF-B5CE-0849-9CDD-71550D160DE0}" dt="2024-06-28T08:58:32.924" v="142" actId="478"/>
          <ac:graphicFrameMkLst>
            <pc:docMk/>
            <pc:sldMk cId="0" sldId="256"/>
            <ac:graphicFrameMk id="22" creationId="{00000000-0000-0000-0000-000000000000}"/>
          </ac:graphicFrameMkLst>
        </pc:graphicFrameChg>
        <pc:picChg chg="del">
          <ac:chgData name="Daniel Wojahn" userId="3bcc1ea3132f2368" providerId="LiveId" clId="{83612FCF-B5CE-0849-9CDD-71550D160DE0}" dt="2024-06-28T08:58:08.532" v="128" actId="478"/>
          <ac:picMkLst>
            <pc:docMk/>
            <pc:sldMk cId="0" sldId="256"/>
            <ac:picMk id="7" creationId="{00000000-0000-0000-0000-000000000000}"/>
          </ac:picMkLst>
        </pc:picChg>
        <pc:picChg chg="del">
          <ac:chgData name="Daniel Wojahn" userId="3bcc1ea3132f2368" providerId="LiveId" clId="{83612FCF-B5CE-0849-9CDD-71550D160DE0}" dt="2024-06-28T08:58:19.753" v="134" actId="478"/>
          <ac:picMkLst>
            <pc:docMk/>
            <pc:sldMk cId="0" sldId="256"/>
            <ac:picMk id="8" creationId="{00000000-0000-0000-0000-000000000000}"/>
          </ac:picMkLst>
        </pc:picChg>
        <pc:picChg chg="del">
          <ac:chgData name="Daniel Wojahn" userId="3bcc1ea3132f2368" providerId="LiveId" clId="{83612FCF-B5CE-0849-9CDD-71550D160DE0}" dt="2024-07-08T07:43:43.297" v="850" actId="478"/>
          <ac:picMkLst>
            <pc:docMk/>
            <pc:sldMk cId="0" sldId="256"/>
            <ac:picMk id="206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790" cy="493774"/>
          </a:xfrm>
          <a:prstGeom prst="rect">
            <a:avLst/>
          </a:prstGeom>
        </p:spPr>
        <p:txBody>
          <a:bodyPr vert="horz" wrap="square" lIns="18114" tIns="9057" rIns="18114" bIns="9057" numCol="1" anchor="t" anchorCtr="0" compatLnSpc="1">
            <a:prstTxWarp prst="textNoShape">
              <a:avLst/>
            </a:prstTxWarp>
          </a:bodyPr>
          <a:lstStyle>
            <a:lvl1pPr>
              <a:defRPr sz="200">
                <a:latin typeface="Calibri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573" y="0"/>
            <a:ext cx="2945463" cy="493774"/>
          </a:xfrm>
          <a:prstGeom prst="rect">
            <a:avLst/>
          </a:prstGeom>
        </p:spPr>
        <p:txBody>
          <a:bodyPr vert="horz" wrap="square" lIns="18114" tIns="9057" rIns="18114" bIns="9057" numCol="1" anchor="t" anchorCtr="0" compatLnSpc="1">
            <a:prstTxWarp prst="textNoShape">
              <a:avLst/>
            </a:prstTxWarp>
          </a:bodyPr>
          <a:lstStyle>
            <a:lvl1pPr algn="r">
              <a:defRPr sz="200">
                <a:latin typeface="Calibri" pitchFamily="34" charset="0"/>
              </a:defRPr>
            </a:lvl1pPr>
          </a:lstStyle>
          <a:p>
            <a:pPr>
              <a:defRPr/>
            </a:pPr>
            <a:fld id="{357BF28D-33B8-4CFE-96EA-E722AFD34A9F}" type="datetime1">
              <a:rPr lang="en-US"/>
              <a:pPr>
                <a:defRPr/>
              </a:pPr>
              <a:t>7/8/24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89150" y="739775"/>
            <a:ext cx="261937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18114" tIns="9057" rIns="18114" bIns="9057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899" y="4690391"/>
            <a:ext cx="5437878" cy="4443351"/>
          </a:xfrm>
          <a:prstGeom prst="rect">
            <a:avLst/>
          </a:prstGeom>
        </p:spPr>
        <p:txBody>
          <a:bodyPr vert="horz" wrap="square" lIns="18114" tIns="9057" rIns="18114" bIns="9057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945"/>
            <a:ext cx="2945790" cy="493468"/>
          </a:xfrm>
          <a:prstGeom prst="rect">
            <a:avLst/>
          </a:prstGeom>
        </p:spPr>
        <p:txBody>
          <a:bodyPr vert="horz" wrap="square" lIns="18114" tIns="9057" rIns="18114" bIns="9057" numCol="1" anchor="b" anchorCtr="0" compatLnSpc="1">
            <a:prstTxWarp prst="textNoShape">
              <a:avLst/>
            </a:prstTxWarp>
          </a:bodyPr>
          <a:lstStyle>
            <a:lvl1pPr>
              <a:defRPr sz="200">
                <a:latin typeface="Calibri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573" y="9378945"/>
            <a:ext cx="2945463" cy="493468"/>
          </a:xfrm>
          <a:prstGeom prst="rect">
            <a:avLst/>
          </a:prstGeom>
        </p:spPr>
        <p:txBody>
          <a:bodyPr vert="horz" wrap="square" lIns="18114" tIns="9057" rIns="18114" bIns="9057" numCol="1" anchor="b" anchorCtr="0" compatLnSpc="1">
            <a:prstTxWarp prst="textNoShape">
              <a:avLst/>
            </a:prstTxWarp>
          </a:bodyPr>
          <a:lstStyle>
            <a:lvl1pPr algn="r">
              <a:defRPr sz="200">
                <a:latin typeface="Calibri" panose="020F0502020204030204" pitchFamily="34" charset="0"/>
              </a:defRPr>
            </a:lvl1pPr>
          </a:lstStyle>
          <a:p>
            <a:fld id="{36507EF4-5525-45D7-9ABD-B65C9ED6074A}" type="slidenum">
              <a:rPr lang="en-US" altLang="de-DE"/>
              <a:pPr/>
              <a:t>‹#›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42622464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00050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MS PGothic" pitchFamily="34" charset="-128"/>
        <a:cs typeface="ＭＳ Ｐゴシック" pitchFamily="-111" charset="-128"/>
      </a:defRPr>
    </a:lvl1pPr>
    <a:lvl2pPr marL="400050" algn="l" defTabSz="400050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801688" algn="l" defTabSz="400050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203325" algn="l" defTabSz="400050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604963" algn="l" defTabSz="400050" rtl="0" eaLnBrk="0" fontAlgn="base" hangingPunct="0">
      <a:spcBef>
        <a:spcPct val="30000"/>
      </a:spcBef>
      <a:spcAft>
        <a:spcPct val="0"/>
      </a:spcAft>
      <a:defRPr sz="11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007618" algn="l" defTabSz="40152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09143" algn="l" defTabSz="40152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810665" algn="l" defTabSz="40152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212189" algn="l" defTabSz="40152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de-DE" sz="1900" dirty="0">
                <a:solidFill>
                  <a:srgbClr val="000000"/>
                </a:solidFill>
              </a:rPr>
              <a:t>Copyright Colin </a:t>
            </a:r>
            <a:r>
              <a:rPr lang="en-US" altLang="de-DE" sz="1900" dirty="0" err="1">
                <a:solidFill>
                  <a:srgbClr val="000000"/>
                </a:solidFill>
              </a:rPr>
              <a:t>Purrington</a:t>
            </a:r>
            <a:r>
              <a:rPr lang="en-US" altLang="de-DE" sz="1900" dirty="0">
                <a:solidFill>
                  <a:srgbClr val="000000"/>
                </a:solidFill>
              </a:rPr>
              <a:t> (</a:t>
            </a:r>
            <a:r>
              <a:rPr lang="en-US" altLang="de-DE" sz="1900" dirty="0">
                <a:solidFill>
                  <a:srgbClr val="000000"/>
                </a:solidFill>
                <a:latin typeface="Times New Roman" panose="02020603050405020304" pitchFamily="18" charset="0"/>
              </a:rPr>
              <a:t>http://colinpurrington.com/tips/academic/posterdesign).</a:t>
            </a:r>
            <a:endParaRPr lang="en-US" altLang="de-DE" sz="1900" dirty="0">
              <a:solidFill>
                <a:srgbClr val="000000"/>
              </a:solidFill>
            </a:endParaRPr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147178" indent="-56607" eaLnBrk="0" hangingPunct="0">
              <a:defRPr sz="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226428" indent="-45286" eaLnBrk="0" hangingPunct="0">
              <a:defRPr sz="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317000" indent="-45286" eaLnBrk="0" hangingPunct="0">
              <a:defRPr sz="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407571" indent="-45286" eaLnBrk="0" hangingPunct="0">
              <a:defRPr sz="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98142" indent="-45286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588714" indent="-45286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679285" indent="-45286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769856" indent="-45286" eaLnBrk="0" fontAlgn="base" hangingPunct="0">
              <a:spcBef>
                <a:spcPct val="0"/>
              </a:spcBef>
              <a:spcAft>
                <a:spcPct val="0"/>
              </a:spcAft>
              <a:defRPr sz="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A2F87E7A-0F6D-4BC0-84BC-2804F2143142}" type="slidenum">
              <a:rPr lang="en-US" altLang="de-DE" sz="200">
                <a:latin typeface="Calibri" panose="020F0502020204030204" pitchFamily="34" charset="0"/>
              </a:rPr>
              <a:pPr eaLnBrk="1" hangingPunct="1"/>
              <a:t>1</a:t>
            </a:fld>
            <a:endParaRPr lang="en-US" altLang="de-DE" sz="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342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815" y="13299218"/>
            <a:ext cx="25738354" cy="91744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623" y="24257342"/>
            <a:ext cx="21196733" cy="10941609"/>
          </a:xfrm>
        </p:spPr>
        <p:txBody>
          <a:bodyPr/>
          <a:lstStyle>
            <a:lvl1pPr marL="0" indent="0" algn="ctr">
              <a:buNone/>
              <a:defRPr/>
            </a:lvl1pPr>
            <a:lvl2pPr marL="401524" indent="0" algn="ctr">
              <a:buNone/>
              <a:defRPr/>
            </a:lvl2pPr>
            <a:lvl3pPr marL="803047" indent="0" algn="ctr">
              <a:buNone/>
              <a:defRPr/>
            </a:lvl3pPr>
            <a:lvl4pPr marL="1204570" indent="0" algn="ctr">
              <a:buNone/>
              <a:defRPr/>
            </a:lvl4pPr>
            <a:lvl5pPr marL="1606095" indent="0" algn="ctr">
              <a:buNone/>
              <a:defRPr/>
            </a:lvl5pPr>
            <a:lvl6pPr marL="2007618" indent="0" algn="ctr">
              <a:buNone/>
              <a:defRPr/>
            </a:lvl6pPr>
            <a:lvl7pPr marL="2409143" indent="0" algn="ctr">
              <a:buNone/>
              <a:defRPr/>
            </a:lvl7pPr>
            <a:lvl8pPr marL="2810665" indent="0" algn="ctr">
              <a:buNone/>
              <a:defRPr/>
            </a:lvl8pPr>
            <a:lvl9pPr marL="321218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FB068F-5604-42F3-A169-E9ED588C5502}" type="slidenum">
              <a:rPr lang="en-US" altLang="de-DE"/>
              <a:pPr/>
              <a:t>‹#›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504663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E9B39F-7908-42F4-B160-00B4B0352A66}" type="slidenum">
              <a:rPr lang="en-US" altLang="de-DE"/>
              <a:pPr/>
              <a:t>‹#›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13342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912" y="27508859"/>
            <a:ext cx="25738354" cy="8501423"/>
          </a:xfrm>
        </p:spPr>
        <p:txBody>
          <a:bodyPr anchor="t"/>
          <a:lstStyle>
            <a:lvl1pPr algn="l">
              <a:defRPr sz="35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1912" y="18144492"/>
            <a:ext cx="25738354" cy="9364365"/>
          </a:xfrm>
        </p:spPr>
        <p:txBody>
          <a:bodyPr anchor="b"/>
          <a:lstStyle>
            <a:lvl1pPr marL="0" indent="0">
              <a:buNone/>
              <a:defRPr sz="1800"/>
            </a:lvl1pPr>
            <a:lvl2pPr marL="401524" indent="0">
              <a:buNone/>
              <a:defRPr sz="1600"/>
            </a:lvl2pPr>
            <a:lvl3pPr marL="803047" indent="0">
              <a:buNone/>
              <a:defRPr sz="1400"/>
            </a:lvl3pPr>
            <a:lvl4pPr marL="1204570" indent="0">
              <a:buNone/>
              <a:defRPr sz="1200"/>
            </a:lvl4pPr>
            <a:lvl5pPr marL="1606095" indent="0">
              <a:buNone/>
              <a:defRPr sz="1200"/>
            </a:lvl5pPr>
            <a:lvl6pPr marL="2007618" indent="0">
              <a:buNone/>
              <a:defRPr sz="1200"/>
            </a:lvl6pPr>
            <a:lvl7pPr marL="2409143" indent="0">
              <a:buNone/>
              <a:defRPr sz="1200"/>
            </a:lvl7pPr>
            <a:lvl8pPr marL="2810665" indent="0">
              <a:buNone/>
              <a:defRPr sz="1200"/>
            </a:lvl8pPr>
            <a:lvl9pPr marL="321218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00C193-F54C-4275-A9AE-B606BA9F19A1}" type="slidenum">
              <a:rPr lang="en-US" altLang="de-DE"/>
              <a:pPr/>
              <a:t>‹#›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32069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70815" y="12368150"/>
            <a:ext cx="12824118" cy="25683875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85048" y="12368150"/>
            <a:ext cx="12824118" cy="25683875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F86C74-A15D-4DA3-AB56-CED9DCD33E00}" type="slidenum">
              <a:rPr lang="en-US" altLang="de-DE"/>
              <a:pPr/>
              <a:t>‹#›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2530160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189" y="1713496"/>
            <a:ext cx="27251602" cy="713475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4189" y="9583199"/>
            <a:ext cx="13378912" cy="3992656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524" indent="0">
              <a:buNone/>
              <a:defRPr sz="1800" b="1"/>
            </a:lvl2pPr>
            <a:lvl3pPr marL="803047" indent="0">
              <a:buNone/>
              <a:defRPr sz="1600" b="1"/>
            </a:lvl3pPr>
            <a:lvl4pPr marL="1204570" indent="0">
              <a:buNone/>
              <a:defRPr sz="1400" b="1"/>
            </a:lvl4pPr>
            <a:lvl5pPr marL="1606095" indent="0">
              <a:buNone/>
              <a:defRPr sz="1400" b="1"/>
            </a:lvl5pPr>
            <a:lvl6pPr marL="2007618" indent="0">
              <a:buNone/>
              <a:defRPr sz="1400" b="1"/>
            </a:lvl6pPr>
            <a:lvl7pPr marL="2409143" indent="0">
              <a:buNone/>
              <a:defRPr sz="1400" b="1"/>
            </a:lvl7pPr>
            <a:lvl8pPr marL="2810665" indent="0">
              <a:buNone/>
              <a:defRPr sz="1400" b="1"/>
            </a:lvl8pPr>
            <a:lvl9pPr marL="3212189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4189" y="13575857"/>
            <a:ext cx="13378912" cy="2466403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82182" y="9583199"/>
            <a:ext cx="13383607" cy="3992656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1524" indent="0">
              <a:buNone/>
              <a:defRPr sz="1800" b="1"/>
            </a:lvl2pPr>
            <a:lvl3pPr marL="803047" indent="0">
              <a:buNone/>
              <a:defRPr sz="1600" b="1"/>
            </a:lvl3pPr>
            <a:lvl4pPr marL="1204570" indent="0">
              <a:buNone/>
              <a:defRPr sz="1400" b="1"/>
            </a:lvl4pPr>
            <a:lvl5pPr marL="1606095" indent="0">
              <a:buNone/>
              <a:defRPr sz="1400" b="1"/>
            </a:lvl5pPr>
            <a:lvl6pPr marL="2007618" indent="0">
              <a:buNone/>
              <a:defRPr sz="1400" b="1"/>
            </a:lvl6pPr>
            <a:lvl7pPr marL="2409143" indent="0">
              <a:buNone/>
              <a:defRPr sz="1400" b="1"/>
            </a:lvl7pPr>
            <a:lvl8pPr marL="2810665" indent="0">
              <a:buNone/>
              <a:defRPr sz="1400" b="1"/>
            </a:lvl8pPr>
            <a:lvl9pPr marL="3212189" indent="0">
              <a:buNone/>
              <a:defRPr sz="1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82182" y="13575857"/>
            <a:ext cx="13383607" cy="2466403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006E44-5984-4BE1-BA62-FA18C884FC6D}" type="slidenum">
              <a:rPr lang="en-US" altLang="de-DE"/>
              <a:pPr/>
              <a:t>‹#›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3890673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D33078-1C0B-425D-97BC-F9E72CEB1BEF}" type="slidenum">
              <a:rPr lang="en-US" altLang="de-DE"/>
              <a:pPr/>
              <a:t>‹#›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3958342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80D679-0A85-4EB1-87F0-9D480B33E53B}" type="slidenum">
              <a:rPr lang="en-US" altLang="de-DE"/>
              <a:pPr/>
              <a:t>‹#›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1808038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188" y="1705241"/>
            <a:ext cx="9961902" cy="7252427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8444" y="1705243"/>
            <a:ext cx="16927347" cy="36534648"/>
          </a:xfrm>
        </p:spPr>
        <p:txBody>
          <a:bodyPr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4188" y="8957670"/>
            <a:ext cx="9961902" cy="29282221"/>
          </a:xfrm>
        </p:spPr>
        <p:txBody>
          <a:bodyPr/>
          <a:lstStyle>
            <a:lvl1pPr marL="0" indent="0">
              <a:buNone/>
              <a:defRPr sz="1200"/>
            </a:lvl1pPr>
            <a:lvl2pPr marL="401524" indent="0">
              <a:buNone/>
              <a:defRPr sz="1100"/>
            </a:lvl2pPr>
            <a:lvl3pPr marL="803047" indent="0">
              <a:buNone/>
              <a:defRPr sz="900"/>
            </a:lvl3pPr>
            <a:lvl4pPr marL="1204570" indent="0">
              <a:buNone/>
              <a:defRPr sz="800"/>
            </a:lvl4pPr>
            <a:lvl5pPr marL="1606095" indent="0">
              <a:buNone/>
              <a:defRPr sz="800"/>
            </a:lvl5pPr>
            <a:lvl6pPr marL="2007618" indent="0">
              <a:buNone/>
              <a:defRPr sz="800"/>
            </a:lvl6pPr>
            <a:lvl7pPr marL="2409143" indent="0">
              <a:buNone/>
              <a:defRPr sz="800"/>
            </a:lvl7pPr>
            <a:lvl8pPr marL="2810665" indent="0">
              <a:buNone/>
              <a:defRPr sz="800"/>
            </a:lvl8pPr>
            <a:lvl9pPr marL="3212189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1FD950-656B-4D43-B053-88DC76307599}" type="slidenum">
              <a:rPr lang="en-US" altLang="de-DE"/>
              <a:pPr/>
              <a:t>‹#›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340682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4713" y="29965557"/>
            <a:ext cx="18168360" cy="3538474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4713" y="3825439"/>
            <a:ext cx="18168360" cy="25683875"/>
          </a:xfrm>
        </p:spPr>
        <p:txBody>
          <a:bodyPr/>
          <a:lstStyle>
            <a:lvl1pPr marL="0" indent="0">
              <a:buNone/>
              <a:defRPr sz="2800"/>
            </a:lvl1pPr>
            <a:lvl2pPr marL="401524" indent="0">
              <a:buNone/>
              <a:defRPr sz="2500"/>
            </a:lvl2pPr>
            <a:lvl3pPr marL="803047" indent="0">
              <a:buNone/>
              <a:defRPr sz="2100"/>
            </a:lvl3pPr>
            <a:lvl4pPr marL="1204570" indent="0">
              <a:buNone/>
              <a:defRPr sz="1800"/>
            </a:lvl4pPr>
            <a:lvl5pPr marL="1606095" indent="0">
              <a:buNone/>
              <a:defRPr sz="1800"/>
            </a:lvl5pPr>
            <a:lvl6pPr marL="2007618" indent="0">
              <a:buNone/>
              <a:defRPr sz="1800"/>
            </a:lvl6pPr>
            <a:lvl7pPr marL="2409143" indent="0">
              <a:buNone/>
              <a:defRPr sz="1800"/>
            </a:lvl7pPr>
            <a:lvl8pPr marL="2810665" indent="0">
              <a:buNone/>
              <a:defRPr sz="1800"/>
            </a:lvl8pPr>
            <a:lvl9pPr marL="3212189" indent="0">
              <a:buNone/>
              <a:defRPr sz="18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4713" y="33504033"/>
            <a:ext cx="18168360" cy="5022816"/>
          </a:xfrm>
        </p:spPr>
        <p:txBody>
          <a:bodyPr/>
          <a:lstStyle>
            <a:lvl1pPr marL="0" indent="0">
              <a:buNone/>
              <a:defRPr sz="1200"/>
            </a:lvl1pPr>
            <a:lvl2pPr marL="401524" indent="0">
              <a:buNone/>
              <a:defRPr sz="1100"/>
            </a:lvl2pPr>
            <a:lvl3pPr marL="803047" indent="0">
              <a:buNone/>
              <a:defRPr sz="900"/>
            </a:lvl3pPr>
            <a:lvl4pPr marL="1204570" indent="0">
              <a:buNone/>
              <a:defRPr sz="800"/>
            </a:lvl4pPr>
            <a:lvl5pPr marL="1606095" indent="0">
              <a:buNone/>
              <a:defRPr sz="800"/>
            </a:lvl5pPr>
            <a:lvl6pPr marL="2007618" indent="0">
              <a:buNone/>
              <a:defRPr sz="800"/>
            </a:lvl6pPr>
            <a:lvl7pPr marL="2409143" indent="0">
              <a:buNone/>
              <a:defRPr sz="800"/>
            </a:lvl7pPr>
            <a:lvl8pPr marL="2810665" indent="0">
              <a:buNone/>
              <a:defRPr sz="800"/>
            </a:lvl8pPr>
            <a:lvl9pPr marL="3212189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4EE101-B346-4AA9-AD59-61B881DB466D}" type="slidenum">
              <a:rPr lang="en-US" altLang="de-DE"/>
              <a:pPr/>
              <a:t>‹#›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2480598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E0EC3C-DF53-4B01-BB1E-3B3C3BD91082}" type="slidenum">
              <a:rPr lang="en-US" altLang="de-DE"/>
              <a:pPr/>
              <a:t>‹#›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660546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75049" y="3804792"/>
            <a:ext cx="6434119" cy="342472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70810" y="3804792"/>
            <a:ext cx="19214117" cy="342472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C7A1CC-A899-443C-B2AD-1833A19A66BD}" type="slidenum">
              <a:rPr lang="en-US" altLang="de-DE"/>
              <a:pPr/>
              <a:t>‹#›</a:t>
            </a:fld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153467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71713" y="3805238"/>
            <a:ext cx="25736550" cy="71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57925" tIns="178964" rIns="357925" bIns="17896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71713" y="12369800"/>
            <a:ext cx="25736550" cy="256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57925" tIns="178964" rIns="357925" bIns="17896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de-DE"/>
              <a:t>Click to edit Master text styles</a:t>
            </a:r>
          </a:p>
          <a:p>
            <a:pPr lvl="1"/>
            <a:r>
              <a:rPr lang="en-US" altLang="de-DE"/>
              <a:t>Second level</a:t>
            </a:r>
          </a:p>
          <a:p>
            <a:pPr lvl="2"/>
            <a:r>
              <a:rPr lang="en-US" altLang="de-DE"/>
              <a:t>Third level</a:t>
            </a:r>
          </a:p>
          <a:p>
            <a:pPr lvl="3"/>
            <a:r>
              <a:rPr lang="en-US" altLang="de-DE"/>
              <a:t>Fourth level</a:t>
            </a:r>
          </a:p>
          <a:p>
            <a:pPr lvl="4"/>
            <a:r>
              <a:rPr lang="en-US" altLang="de-DE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71713" y="39003288"/>
            <a:ext cx="6307137" cy="285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7925" tIns="178964" rIns="357925" bIns="178964" numCol="1" anchor="t" anchorCtr="0" compatLnSpc="1">
            <a:prstTxWarp prst="textNoShape">
              <a:avLst/>
            </a:prstTxWarp>
          </a:bodyPr>
          <a:lstStyle>
            <a:lvl1pPr>
              <a:defRPr sz="54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45738" y="39003288"/>
            <a:ext cx="9588500" cy="285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7925" tIns="178964" rIns="357925" bIns="178964" numCol="1" anchor="t" anchorCtr="0" compatLnSpc="1">
            <a:prstTxWarp prst="textNoShape">
              <a:avLst/>
            </a:prstTxWarp>
          </a:bodyPr>
          <a:lstStyle>
            <a:lvl1pPr algn="ctr">
              <a:defRPr sz="54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701125" y="39003288"/>
            <a:ext cx="6307138" cy="285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7925" tIns="178964" rIns="357925" bIns="178964" numCol="1" anchor="t" anchorCtr="0" compatLnSpc="1">
            <a:prstTxWarp prst="textNoShape">
              <a:avLst/>
            </a:prstTxWarp>
          </a:bodyPr>
          <a:lstStyle>
            <a:lvl1pPr algn="r">
              <a:defRPr sz="5400">
                <a:latin typeface="Times New Roman" panose="02020603050405020304" pitchFamily="18" charset="0"/>
              </a:defRPr>
            </a:lvl1pPr>
          </a:lstStyle>
          <a:p>
            <a:fld id="{6E4BC8EB-9EB4-466E-8A63-1F0E74D5E7A1}" type="slidenum">
              <a:rPr lang="en-US" altLang="de-DE"/>
              <a:pPr/>
              <a:t>‹#›</a:t>
            </a:fld>
            <a:endParaRPr lang="en-US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76638" rtl="0" eaLnBrk="0" fontAlgn="base" hangingPunct="0">
        <a:spcBef>
          <a:spcPct val="0"/>
        </a:spcBef>
        <a:spcAft>
          <a:spcPct val="0"/>
        </a:spcAft>
        <a:defRPr sz="17200">
          <a:solidFill>
            <a:schemeClr val="tx2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defTabSz="3576638" rtl="0" eaLnBrk="0" fontAlgn="base" hangingPunct="0">
        <a:spcBef>
          <a:spcPct val="0"/>
        </a:spcBef>
        <a:spcAft>
          <a:spcPct val="0"/>
        </a:spcAft>
        <a:defRPr sz="17200">
          <a:solidFill>
            <a:schemeClr val="tx2"/>
          </a:solidFill>
          <a:latin typeface="Times New Roman" pitchFamily="-65" charset="0"/>
          <a:ea typeface="MS PGothic" pitchFamily="34" charset="-128"/>
          <a:cs typeface="ＭＳ Ｐゴシック" pitchFamily="-65" charset="-128"/>
        </a:defRPr>
      </a:lvl2pPr>
      <a:lvl3pPr algn="ctr" defTabSz="3576638" rtl="0" eaLnBrk="0" fontAlgn="base" hangingPunct="0">
        <a:spcBef>
          <a:spcPct val="0"/>
        </a:spcBef>
        <a:spcAft>
          <a:spcPct val="0"/>
        </a:spcAft>
        <a:defRPr sz="17200">
          <a:solidFill>
            <a:schemeClr val="tx2"/>
          </a:solidFill>
          <a:latin typeface="Times New Roman" pitchFamily="-65" charset="0"/>
          <a:ea typeface="MS PGothic" pitchFamily="34" charset="-128"/>
          <a:cs typeface="ＭＳ Ｐゴシック" pitchFamily="-65" charset="-128"/>
        </a:defRPr>
      </a:lvl3pPr>
      <a:lvl4pPr algn="ctr" defTabSz="3576638" rtl="0" eaLnBrk="0" fontAlgn="base" hangingPunct="0">
        <a:spcBef>
          <a:spcPct val="0"/>
        </a:spcBef>
        <a:spcAft>
          <a:spcPct val="0"/>
        </a:spcAft>
        <a:defRPr sz="17200">
          <a:solidFill>
            <a:schemeClr val="tx2"/>
          </a:solidFill>
          <a:latin typeface="Times New Roman" pitchFamily="-65" charset="0"/>
          <a:ea typeface="MS PGothic" pitchFamily="34" charset="-128"/>
          <a:cs typeface="ＭＳ Ｐゴシック" pitchFamily="-65" charset="-128"/>
        </a:defRPr>
      </a:lvl4pPr>
      <a:lvl5pPr algn="ctr" defTabSz="3576638" rtl="0" eaLnBrk="0" fontAlgn="base" hangingPunct="0">
        <a:spcBef>
          <a:spcPct val="0"/>
        </a:spcBef>
        <a:spcAft>
          <a:spcPct val="0"/>
        </a:spcAft>
        <a:defRPr sz="17200">
          <a:solidFill>
            <a:schemeClr val="tx2"/>
          </a:solidFill>
          <a:latin typeface="Times New Roman" pitchFamily="-65" charset="0"/>
          <a:ea typeface="MS PGothic" pitchFamily="34" charset="-128"/>
          <a:cs typeface="ＭＳ Ｐゴシック" pitchFamily="-65" charset="-128"/>
        </a:defRPr>
      </a:lvl5pPr>
      <a:lvl6pPr marL="401524" algn="ctr" defTabSz="3578858" rtl="0" fontAlgn="base">
        <a:spcBef>
          <a:spcPct val="0"/>
        </a:spcBef>
        <a:spcAft>
          <a:spcPct val="0"/>
        </a:spcAft>
        <a:defRPr sz="17200">
          <a:solidFill>
            <a:schemeClr val="tx2"/>
          </a:solidFill>
          <a:latin typeface="Times New Roman" pitchFamily="-65" charset="0"/>
        </a:defRPr>
      </a:lvl6pPr>
      <a:lvl7pPr marL="803047" algn="ctr" defTabSz="3578858" rtl="0" fontAlgn="base">
        <a:spcBef>
          <a:spcPct val="0"/>
        </a:spcBef>
        <a:spcAft>
          <a:spcPct val="0"/>
        </a:spcAft>
        <a:defRPr sz="17200">
          <a:solidFill>
            <a:schemeClr val="tx2"/>
          </a:solidFill>
          <a:latin typeface="Times New Roman" pitchFamily="-65" charset="0"/>
        </a:defRPr>
      </a:lvl7pPr>
      <a:lvl8pPr marL="1204570" algn="ctr" defTabSz="3578858" rtl="0" fontAlgn="base">
        <a:spcBef>
          <a:spcPct val="0"/>
        </a:spcBef>
        <a:spcAft>
          <a:spcPct val="0"/>
        </a:spcAft>
        <a:defRPr sz="17200">
          <a:solidFill>
            <a:schemeClr val="tx2"/>
          </a:solidFill>
          <a:latin typeface="Times New Roman" pitchFamily="-65" charset="0"/>
        </a:defRPr>
      </a:lvl8pPr>
      <a:lvl9pPr marL="1606095" algn="ctr" defTabSz="3578858" rtl="0" fontAlgn="base">
        <a:spcBef>
          <a:spcPct val="0"/>
        </a:spcBef>
        <a:spcAft>
          <a:spcPct val="0"/>
        </a:spcAft>
        <a:defRPr sz="17200">
          <a:solidFill>
            <a:schemeClr val="tx2"/>
          </a:solidFill>
          <a:latin typeface="Times New Roman" pitchFamily="-65" charset="0"/>
        </a:defRPr>
      </a:lvl9pPr>
    </p:titleStyle>
    <p:bodyStyle>
      <a:lvl1pPr marL="1341438" indent="-1341438" algn="l" defTabSz="3576638" rtl="0" eaLnBrk="0" fontAlgn="base" hangingPunct="0">
        <a:spcBef>
          <a:spcPct val="20000"/>
        </a:spcBef>
        <a:spcAft>
          <a:spcPct val="0"/>
        </a:spcAft>
        <a:buChar char="•"/>
        <a:defRPr sz="12600">
          <a:solidFill>
            <a:schemeClr val="tx1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2906713" indent="-1117600" algn="l" defTabSz="3576638" rtl="0" eaLnBrk="0" fontAlgn="base" hangingPunct="0">
        <a:spcBef>
          <a:spcPct val="20000"/>
        </a:spcBef>
        <a:spcAft>
          <a:spcPct val="0"/>
        </a:spcAft>
        <a:buChar char="–"/>
        <a:defRPr sz="11000">
          <a:solidFill>
            <a:schemeClr val="tx1"/>
          </a:solidFill>
          <a:latin typeface="+mn-lt"/>
          <a:ea typeface="MS PGothic" pitchFamily="34" charset="-128"/>
        </a:defRPr>
      </a:lvl2pPr>
      <a:lvl3pPr marL="4471988" indent="-893763" algn="l" defTabSz="3576638" rtl="0" eaLnBrk="0" fontAlgn="base" hangingPunct="0">
        <a:spcBef>
          <a:spcPct val="20000"/>
        </a:spcBef>
        <a:spcAft>
          <a:spcPct val="0"/>
        </a:spcAft>
        <a:buChar char="•"/>
        <a:defRPr sz="9400">
          <a:solidFill>
            <a:schemeClr val="tx1"/>
          </a:solidFill>
          <a:latin typeface="+mn-lt"/>
          <a:ea typeface="MS PGothic" pitchFamily="34" charset="-128"/>
        </a:defRPr>
      </a:lvl3pPr>
      <a:lvl4pPr marL="6262688" indent="-893763" algn="l" defTabSz="3576638" rtl="0" eaLnBrk="0" fontAlgn="base" hangingPunct="0">
        <a:spcBef>
          <a:spcPct val="20000"/>
        </a:spcBef>
        <a:spcAft>
          <a:spcPct val="0"/>
        </a:spcAft>
        <a:buChar char="–"/>
        <a:defRPr sz="7800">
          <a:solidFill>
            <a:schemeClr val="tx1"/>
          </a:solidFill>
          <a:latin typeface="+mn-lt"/>
          <a:ea typeface="MS PGothic" pitchFamily="34" charset="-128"/>
        </a:defRPr>
      </a:lvl4pPr>
      <a:lvl5pPr marL="8051800" indent="-892175" algn="l" defTabSz="3576638" rtl="0" eaLnBrk="0" fontAlgn="base" hangingPunct="0">
        <a:spcBef>
          <a:spcPct val="20000"/>
        </a:spcBef>
        <a:spcAft>
          <a:spcPct val="0"/>
        </a:spcAft>
        <a:buChar char="»"/>
        <a:defRPr sz="7800">
          <a:solidFill>
            <a:schemeClr val="tx1"/>
          </a:solidFill>
          <a:latin typeface="+mn-lt"/>
          <a:ea typeface="MS PGothic" pitchFamily="34" charset="-128"/>
        </a:defRPr>
      </a:lvl5pPr>
      <a:lvl6pPr marL="8454304" indent="-893669" algn="l" defTabSz="3578858" rtl="0" fontAlgn="base">
        <a:spcBef>
          <a:spcPct val="20000"/>
        </a:spcBef>
        <a:spcAft>
          <a:spcPct val="0"/>
        </a:spcAft>
        <a:buChar char="»"/>
        <a:defRPr sz="7800">
          <a:solidFill>
            <a:schemeClr val="tx1"/>
          </a:solidFill>
          <a:latin typeface="+mn-lt"/>
          <a:ea typeface="ＭＳ Ｐゴシック" pitchFamily="-65" charset="-128"/>
        </a:defRPr>
      </a:lvl6pPr>
      <a:lvl7pPr marL="8855827" indent="-893669" algn="l" defTabSz="3578858" rtl="0" fontAlgn="base">
        <a:spcBef>
          <a:spcPct val="20000"/>
        </a:spcBef>
        <a:spcAft>
          <a:spcPct val="0"/>
        </a:spcAft>
        <a:buChar char="»"/>
        <a:defRPr sz="7800">
          <a:solidFill>
            <a:schemeClr val="tx1"/>
          </a:solidFill>
          <a:latin typeface="+mn-lt"/>
          <a:ea typeface="ＭＳ Ｐゴシック" pitchFamily="-65" charset="-128"/>
        </a:defRPr>
      </a:lvl7pPr>
      <a:lvl8pPr marL="9257350" indent="-893669" algn="l" defTabSz="3578858" rtl="0" fontAlgn="base">
        <a:spcBef>
          <a:spcPct val="20000"/>
        </a:spcBef>
        <a:spcAft>
          <a:spcPct val="0"/>
        </a:spcAft>
        <a:buChar char="»"/>
        <a:defRPr sz="7800">
          <a:solidFill>
            <a:schemeClr val="tx1"/>
          </a:solidFill>
          <a:latin typeface="+mn-lt"/>
          <a:ea typeface="ＭＳ Ｐゴシック" pitchFamily="-65" charset="-128"/>
        </a:defRPr>
      </a:lvl8pPr>
      <a:lvl9pPr marL="9658875" indent="-893669" algn="l" defTabSz="3578858" rtl="0" fontAlgn="base">
        <a:spcBef>
          <a:spcPct val="20000"/>
        </a:spcBef>
        <a:spcAft>
          <a:spcPct val="0"/>
        </a:spcAft>
        <a:buChar char="»"/>
        <a:defRPr sz="78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0152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1524" algn="l" defTabSz="40152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3047" algn="l" defTabSz="40152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4570" algn="l" defTabSz="40152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6095" algn="l" defTabSz="40152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07618" algn="l" defTabSz="40152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09143" algn="l" defTabSz="40152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10665" algn="l" defTabSz="40152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12189" algn="l" defTabSz="40152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0" y="-1935163"/>
            <a:ext cx="30279975" cy="42808525"/>
          </a:xfrm>
          <a:prstGeom prst="rect">
            <a:avLst/>
          </a:prstGeom>
          <a:solidFill>
            <a:srgbClr val="191919">
              <a:alpha val="7843"/>
            </a:srgbClr>
          </a:solidFill>
          <a:ln w="38100">
            <a:solidFill>
              <a:srgbClr val="D8D8D8"/>
            </a:solidFill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80304" tIns="40152" rIns="80304" bIns="40152"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2062" name="Grafik 13" descr="poster_footer_groß(1)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7" r="73740"/>
          <a:stretch>
            <a:fillRect/>
          </a:stretch>
        </p:blipFill>
        <p:spPr bwMode="auto">
          <a:xfrm>
            <a:off x="124936" y="-9994"/>
            <a:ext cx="10813366" cy="10063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7"/>
          <p:cNvSpPr txBox="1">
            <a:spLocks noChangeArrowheads="1"/>
          </p:cNvSpPr>
          <p:nvPr/>
        </p:nvSpPr>
        <p:spPr bwMode="auto">
          <a:xfrm>
            <a:off x="1033670" y="10400199"/>
            <a:ext cx="13860000" cy="656923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803047" tIns="401524" rIns="803047" bIns="803047"/>
          <a:lstStyle>
            <a:lvl1pPr eaLnBrk="0" hangingPunct="0"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GB" sz="4000" b="1" dirty="0">
                <a:latin typeface="FoundrySterling-BookExpert" panose="02000503000000020004" pitchFamily="2" charset="0"/>
                <a:cs typeface="Arial Rounded MT Bold"/>
              </a:rPr>
              <a:t>Pivotal Research Questions</a:t>
            </a:r>
          </a:p>
        </p:txBody>
      </p:sp>
      <p:sp>
        <p:nvSpPr>
          <p:cNvPr id="2052" name="Text Box 11"/>
          <p:cNvSpPr txBox="1">
            <a:spLocks noChangeArrowheads="1"/>
          </p:cNvSpPr>
          <p:nvPr/>
        </p:nvSpPr>
        <p:spPr bwMode="auto">
          <a:xfrm>
            <a:off x="1033670" y="17315805"/>
            <a:ext cx="13860000" cy="2335704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803047" tIns="401524" rIns="803047" bIns="803047"/>
          <a:lstStyle>
            <a:lvl1pPr eaLnBrk="0" hangingPunct="0">
              <a:tabLst>
                <a:tab pos="508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508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508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508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508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8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8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8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8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GB" sz="4000" b="1" dirty="0">
                <a:latin typeface="FoundrySterling-BookExpert" panose="02000503000000020004" pitchFamily="2" charset="0"/>
                <a:cs typeface="Arial Rounded MT Bold"/>
              </a:rPr>
              <a:t>Approach/Methodology</a:t>
            </a:r>
            <a:endParaRPr lang="en-US" sz="4000" b="1" dirty="0">
              <a:solidFill>
                <a:srgbClr val="002060"/>
              </a:solidFill>
              <a:latin typeface="Franklin Gothic Book" panose="020B0503020102020204" pitchFamily="34" charset="0"/>
              <a:cs typeface="Arial Rounded MT Bold"/>
            </a:endParaRPr>
          </a:p>
          <a:p>
            <a:pPr algn="just" eaLnBrk="1" hangingPunct="1">
              <a:spcBef>
                <a:spcPct val="50000"/>
              </a:spcBef>
            </a:pPr>
            <a:endParaRPr lang="en-US" sz="3600" dirty="0">
              <a:latin typeface="Franklin Gothic Book" panose="020B0503020102020204" pitchFamily="34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en-US" sz="3600" dirty="0">
                <a:latin typeface="Franklin Gothic Book" panose="020B0503020102020204" pitchFamily="34" charset="0"/>
              </a:rPr>
              <a:t> </a:t>
            </a:r>
          </a:p>
        </p:txBody>
      </p:sp>
      <p:sp>
        <p:nvSpPr>
          <p:cNvPr id="2053" name="Text Box 12"/>
          <p:cNvSpPr txBox="1">
            <a:spLocks noChangeArrowheads="1"/>
          </p:cNvSpPr>
          <p:nvPr/>
        </p:nvSpPr>
        <p:spPr bwMode="auto">
          <a:xfrm>
            <a:off x="15281529" y="10400200"/>
            <a:ext cx="13860000" cy="1409609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803047" tIns="401524" rIns="803047" bIns="803047"/>
          <a:lstStyle>
            <a:lvl1pPr eaLnBrk="0" hangingPunct="0"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0063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GB" sz="4000" b="1" dirty="0">
                <a:latin typeface="FoundrySterling-BookExpert" panose="02000503000000020004" pitchFamily="2" charset="0"/>
                <a:cs typeface="Arial Rounded MT Bold"/>
              </a:rPr>
              <a:t>Findings</a:t>
            </a:r>
            <a:endParaRPr lang="en-GB" sz="4000" b="1" dirty="0">
              <a:solidFill>
                <a:srgbClr val="002060"/>
              </a:solidFill>
              <a:latin typeface="Franklin Gothic Book" panose="020B0503020102020204" pitchFamily="34" charset="0"/>
              <a:cs typeface="Arial Rounded MT Bold"/>
            </a:endParaRPr>
          </a:p>
          <a:p>
            <a:pPr eaLnBrk="1" hangingPunct="1">
              <a:spcBef>
                <a:spcPts val="2160"/>
              </a:spcBef>
              <a:spcAft>
                <a:spcPts val="1800"/>
              </a:spcAft>
            </a:pPr>
            <a:endParaRPr lang="en-GB" sz="3600" dirty="0">
              <a:latin typeface="Franklin Gothic Book" panose="020B0503020102020204" pitchFamily="34" charset="0"/>
            </a:endParaRPr>
          </a:p>
          <a:p>
            <a:pPr eaLnBrk="1" hangingPunct="1">
              <a:spcBef>
                <a:spcPts val="2160"/>
              </a:spcBef>
              <a:spcAft>
                <a:spcPts val="1800"/>
              </a:spcAft>
            </a:pPr>
            <a:endParaRPr lang="en-GB" sz="3600" dirty="0">
              <a:latin typeface="Franklin Gothic Book" panose="020B0503020102020204" pitchFamily="34" charset="0"/>
            </a:endParaRPr>
          </a:p>
          <a:p>
            <a:pPr eaLnBrk="1" hangingPunct="1">
              <a:spcBef>
                <a:spcPts val="2160"/>
              </a:spcBef>
              <a:spcAft>
                <a:spcPts val="1800"/>
              </a:spcAft>
            </a:pPr>
            <a:endParaRPr lang="en-GB" sz="3600" dirty="0">
              <a:latin typeface="Franklin Gothic Book" panose="020B0503020102020204" pitchFamily="34" charset="0"/>
            </a:endParaRPr>
          </a:p>
          <a:p>
            <a:pPr eaLnBrk="1" hangingPunct="1">
              <a:spcBef>
                <a:spcPts val="2160"/>
              </a:spcBef>
              <a:spcAft>
                <a:spcPts val="1800"/>
              </a:spcAft>
            </a:pPr>
            <a:endParaRPr lang="en-GB" sz="3600" dirty="0">
              <a:latin typeface="Franklin Gothic Book" panose="020B0503020102020204" pitchFamily="34" charset="0"/>
            </a:endParaRPr>
          </a:p>
          <a:p>
            <a:pPr eaLnBrk="1" hangingPunct="1">
              <a:spcBef>
                <a:spcPts val="2160"/>
              </a:spcBef>
              <a:spcAft>
                <a:spcPts val="1800"/>
              </a:spcAft>
            </a:pPr>
            <a:endParaRPr lang="en-GB" sz="3600" dirty="0">
              <a:latin typeface="Franklin Gothic Book" panose="020B0503020102020204" pitchFamily="34" charset="0"/>
            </a:endParaRPr>
          </a:p>
          <a:p>
            <a:pPr eaLnBrk="1" hangingPunct="1">
              <a:spcBef>
                <a:spcPts val="2160"/>
              </a:spcBef>
              <a:spcAft>
                <a:spcPts val="1800"/>
              </a:spcAft>
            </a:pPr>
            <a:endParaRPr lang="de-DE" sz="3600" dirty="0">
              <a:latin typeface="Franklin Gothic Book" panose="020B0503020102020204" pitchFamily="34" charset="0"/>
            </a:endParaRPr>
          </a:p>
          <a:p>
            <a:pPr eaLnBrk="1" hangingPunct="1">
              <a:spcBef>
                <a:spcPts val="2160"/>
              </a:spcBef>
              <a:spcAft>
                <a:spcPts val="1800"/>
              </a:spcAft>
            </a:pPr>
            <a:endParaRPr lang="en-GB" sz="1000" dirty="0">
              <a:latin typeface="Franklin Gothic Book" panose="020B0503020102020204" pitchFamily="34" charset="0"/>
            </a:endParaRPr>
          </a:p>
        </p:txBody>
      </p:sp>
      <p:sp>
        <p:nvSpPr>
          <p:cNvPr id="2054" name="Text Box 13"/>
          <p:cNvSpPr txBox="1">
            <a:spLocks noChangeArrowheads="1"/>
          </p:cNvSpPr>
          <p:nvPr/>
        </p:nvSpPr>
        <p:spPr bwMode="auto">
          <a:xfrm>
            <a:off x="15281529" y="36614099"/>
            <a:ext cx="13860000" cy="405874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803047" tIns="401524" rIns="803047" bIns="803047"/>
          <a:lstStyle>
            <a:lvl1pPr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533400" indent="-533400"/>
            <a:endParaRPr lang="en-GB" sz="2600" dirty="0">
              <a:latin typeface="Franklin Gothic Book" panose="020B0503020102020204" pitchFamily="34" charset="0"/>
            </a:endParaRPr>
          </a:p>
          <a:p>
            <a:pPr marL="533400" indent="-533400" eaLnBrk="1" hangingPunct="1"/>
            <a:r>
              <a:rPr lang="en-GB" sz="4000" b="1" dirty="0">
                <a:latin typeface="FoundrySterling-BookExpert" panose="02000503000000020004" pitchFamily="2" charset="0"/>
                <a:cs typeface="Arial Rounded MT Bold"/>
              </a:rPr>
              <a:t>Further Information</a:t>
            </a:r>
            <a:endParaRPr lang="en-US" altLang="de-DE" sz="4000" b="1" dirty="0">
              <a:solidFill>
                <a:srgbClr val="002060"/>
              </a:solidFill>
              <a:latin typeface="Franklin Gothic Book" panose="020B0503020102020204" pitchFamily="34" charset="0"/>
              <a:cs typeface="Arial Rounded MT Bold"/>
            </a:endParaRPr>
          </a:p>
          <a:p>
            <a:pPr marL="533400" indent="-533400" eaLnBrk="1" hangingPunct="1"/>
            <a:endParaRPr lang="en-US" altLang="de-DE" sz="2600" b="1" dirty="0">
              <a:solidFill>
                <a:srgbClr val="000000"/>
              </a:solidFill>
              <a:latin typeface="Cambria" panose="02040503050406030204" pitchFamily="18" charset="0"/>
              <a:cs typeface="Arial" panose="020B0604020202020204" pitchFamily="34" charset="0"/>
            </a:endParaRPr>
          </a:p>
          <a:p>
            <a:pPr marL="532800" indent="-533400" eaLnBrk="1" hangingPunct="1">
              <a:spcAft>
                <a:spcPts val="600"/>
              </a:spcAft>
            </a:pPr>
            <a:r>
              <a:rPr lang="de-DE" altLang="de-DE" sz="2600" b="1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Maybe </a:t>
            </a:r>
            <a:r>
              <a:rPr lang="de-DE" altLang="de-DE" sz="2600" b="1" dirty="0" err="1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cite</a:t>
            </a:r>
            <a:r>
              <a:rPr lang="de-DE" altLang="de-DE" sz="2600" b="1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de-DE" altLang="de-DE" sz="2600" b="1" dirty="0" err="1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your</a:t>
            </a:r>
            <a:r>
              <a:rPr lang="de-DE" altLang="de-DE" sz="2600" b="1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de-DE" altLang="de-DE" sz="2600" b="1" dirty="0" err="1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undergrad</a:t>
            </a:r>
            <a:r>
              <a:rPr lang="de-DE" altLang="de-DE" sz="2600" b="1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de-DE" altLang="de-DE" sz="2600" b="1" dirty="0" err="1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thesis</a:t>
            </a:r>
            <a:r>
              <a:rPr lang="de-DE" altLang="de-DE" sz="2600" b="1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de-DE" altLang="de-DE" sz="2600" b="1" dirty="0" err="1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article</a:t>
            </a:r>
            <a:r>
              <a:rPr lang="de-DE" altLang="de-DE" sz="2600" b="1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de-DE" altLang="de-DE" sz="2600" b="1" dirty="0" err="1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or</a:t>
            </a:r>
            <a:r>
              <a:rPr lang="de-DE" altLang="de-DE" sz="2600" b="1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de-DE" altLang="de-DE" sz="2600" b="1" dirty="0" err="1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similar</a:t>
            </a:r>
            <a:endParaRPr lang="de-DE" altLang="de-DE" sz="2600" i="1" dirty="0">
              <a:solidFill>
                <a:srgbClr val="000000"/>
              </a:solidFill>
              <a:latin typeface="Cambria" panose="02040503050406030204" pitchFamily="18" charset="0"/>
              <a:cs typeface="Arial" panose="020B0604020202020204" pitchFamily="34" charset="0"/>
            </a:endParaRPr>
          </a:p>
          <a:p>
            <a:pPr marL="532800" indent="-533400" eaLnBrk="1" hangingPunct="1">
              <a:spcAft>
                <a:spcPts val="600"/>
              </a:spcAft>
            </a:pPr>
            <a:r>
              <a:rPr lang="de-DE" altLang="de-DE" sz="2600" b="1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Supervisor: </a:t>
            </a:r>
            <a:r>
              <a:rPr lang="de-DE" altLang="de-DE" sz="2600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Name and </a:t>
            </a:r>
            <a:r>
              <a:rPr lang="de-DE" altLang="de-DE" sz="2600" dirty="0" err="1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affiliation</a:t>
            </a:r>
            <a:r>
              <a:rPr lang="de-DE" altLang="de-DE" sz="2600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de-DE" altLang="de-DE" sz="2600" dirty="0" err="1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of</a:t>
            </a:r>
            <a:r>
              <a:rPr lang="de-DE" altLang="de-DE" sz="2600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de-DE" altLang="de-DE" sz="2600" dirty="0" err="1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your</a:t>
            </a:r>
            <a:r>
              <a:rPr lang="de-DE" altLang="de-DE" sz="2600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de-DE" altLang="de-DE" sz="2600" dirty="0" err="1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supervisor</a:t>
            </a:r>
            <a:r>
              <a:rPr lang="de-DE" altLang="de-DE" sz="2600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(s)</a:t>
            </a:r>
          </a:p>
          <a:p>
            <a:pPr algn="just"/>
            <a:endParaRPr lang="de-DE" sz="2400" dirty="0">
              <a:latin typeface="Franklin Gothic Book" panose="020B0503020102020204" pitchFamily="34" charset="0"/>
            </a:endParaRPr>
          </a:p>
          <a:p>
            <a:pPr algn="just"/>
            <a:endParaRPr lang="de-DE" sz="2400" dirty="0">
              <a:latin typeface="Franklin Gothic Book" panose="020B0503020102020204" pitchFamily="34" charset="0"/>
            </a:endParaRPr>
          </a:p>
          <a:p>
            <a:pPr eaLnBrk="1" hangingPunct="1">
              <a:spcBef>
                <a:spcPct val="10000"/>
              </a:spcBef>
            </a:pPr>
            <a:endParaRPr lang="en-US" altLang="de-DE" sz="2500" dirty="0">
              <a:latin typeface="Franklin Gothic Book" panose="020B0503020102020204" pitchFamily="34" charset="0"/>
            </a:endParaRPr>
          </a:p>
        </p:txBody>
      </p:sp>
      <p:sp>
        <p:nvSpPr>
          <p:cNvPr id="2055" name="Text Box 14"/>
          <p:cNvSpPr txBox="1">
            <a:spLocks noChangeArrowheads="1"/>
          </p:cNvSpPr>
          <p:nvPr/>
        </p:nvSpPr>
        <p:spPr bwMode="auto">
          <a:xfrm>
            <a:off x="2462213" y="3734123"/>
            <a:ext cx="15317787" cy="211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40914" tIns="240914" rIns="240914" bIns="240914" anchor="ctr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525"/>
              </a:spcAft>
            </a:pPr>
            <a:r>
              <a:rPr lang="en-US" altLang="de-DE" sz="5300" b="1" dirty="0">
                <a:latin typeface="Calibri" panose="020F0502020204030204" pitchFamily="34" charset="0"/>
              </a:rPr>
              <a:t>First name Last name (academic degree)</a:t>
            </a:r>
            <a:br>
              <a:rPr lang="en-US" altLang="de-DE" sz="5300" b="1" dirty="0">
                <a:latin typeface="Calibri" panose="020F0502020204030204" pitchFamily="34" charset="0"/>
              </a:rPr>
            </a:br>
            <a:r>
              <a:rPr lang="en-US" altLang="de-DE" sz="5300" dirty="0" err="1">
                <a:latin typeface="Calibri" panose="020F0502020204030204" pitchFamily="34" charset="0"/>
              </a:rPr>
              <a:t>email@address.com</a:t>
            </a:r>
            <a:endParaRPr lang="en-US" altLang="de-DE" sz="5300" dirty="0">
              <a:latin typeface="Calibri" panose="020F0502020204030204" pitchFamily="34" charset="0"/>
            </a:endParaRPr>
          </a:p>
        </p:txBody>
      </p:sp>
      <p:sp>
        <p:nvSpPr>
          <p:cNvPr id="3" name="Rectangle 180"/>
          <p:cNvSpPr>
            <a:spLocks noChangeArrowheads="1"/>
          </p:cNvSpPr>
          <p:nvPr/>
        </p:nvSpPr>
        <p:spPr bwMode="auto">
          <a:xfrm>
            <a:off x="1033670" y="7017368"/>
            <a:ext cx="28107860" cy="1496860"/>
          </a:xfrm>
          <a:prstGeom prst="rect">
            <a:avLst/>
          </a:prstGeom>
          <a:noFill/>
          <a:ln>
            <a:noFill/>
          </a:ln>
        </p:spPr>
        <p:txBody>
          <a:bodyPr lIns="80304" tIns="40152" rIns="80304" bIns="40152" anchor="ctr">
            <a:spAutoFit/>
          </a:bodyPr>
          <a:lstStyle/>
          <a:p>
            <a:pPr algn="ctr">
              <a:defRPr/>
            </a:pPr>
            <a:r>
              <a:rPr lang="en-US" sz="9200" b="1" dirty="0">
                <a:ln w="0">
                  <a:solidFill>
                    <a:schemeClr val="bg1"/>
                  </a:solidFill>
                </a:ln>
                <a:latin typeface="FoundrySterling-MediumExpert" panose="02000500000000000000" pitchFamily="2" charset="0"/>
                <a:ea typeface="ＭＳ Ｐゴシック" charset="0"/>
                <a:cs typeface="ＭＳ Ｐゴシック" charset="0"/>
              </a:rPr>
              <a:t>The title of your presentation goes in here</a:t>
            </a:r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15281529" y="24977559"/>
            <a:ext cx="13860000" cy="1129364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803047" tIns="401524" rIns="803047" bIns="803047"/>
          <a:lstStyle>
            <a:lvl1pPr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35000" algn="l"/>
              </a:tabLst>
              <a:defRPr sz="28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533400" indent="-533400"/>
            <a:endParaRPr lang="en-GB" sz="2600" dirty="0">
              <a:latin typeface="Franklin Gothic Book" panose="020B0503020102020204" pitchFamily="34" charset="0"/>
            </a:endParaRPr>
          </a:p>
          <a:p>
            <a:pPr marL="533400" indent="-533400" eaLnBrk="1" hangingPunct="1"/>
            <a:r>
              <a:rPr lang="en-GB" sz="4000" b="1" dirty="0">
                <a:latin typeface="FoundrySterling-BookExpert" panose="02000503000000020004" pitchFamily="2" charset="0"/>
                <a:cs typeface="Arial Rounded MT Bold"/>
              </a:rPr>
              <a:t>Relevance</a:t>
            </a:r>
            <a:endParaRPr lang="en-US" altLang="de-DE" sz="4000" b="1" dirty="0">
              <a:solidFill>
                <a:srgbClr val="002060"/>
              </a:solidFill>
              <a:latin typeface="Franklin Gothic Book" panose="020B0503020102020204" pitchFamily="34" charset="0"/>
              <a:cs typeface="Arial Rounded MT Bold"/>
            </a:endParaRPr>
          </a:p>
          <a:p>
            <a:pPr marL="533400" indent="-533400" eaLnBrk="1" hangingPunct="1"/>
            <a:endParaRPr lang="en-US" altLang="de-DE" sz="2600" b="1" dirty="0">
              <a:solidFill>
                <a:srgbClr val="000000"/>
              </a:solidFill>
              <a:latin typeface="Franklin Gothic Book" panose="020B0503020102020204" pitchFamily="34" charset="0"/>
              <a:cs typeface="Arial" panose="020B0604020202020204" pitchFamily="34" charset="0"/>
            </a:endParaRPr>
          </a:p>
          <a:p>
            <a:pPr algn="just"/>
            <a:endParaRPr lang="de-DE" sz="2400" dirty="0">
              <a:latin typeface="Franklin Gothic Book" panose="020B0503020102020204" pitchFamily="34" charset="0"/>
            </a:endParaRPr>
          </a:p>
          <a:p>
            <a:pPr algn="just"/>
            <a:endParaRPr lang="de-DE" sz="2400" dirty="0">
              <a:latin typeface="Franklin Gothic Book" panose="020B0503020102020204" pitchFamily="34" charset="0"/>
            </a:endParaRPr>
          </a:p>
          <a:p>
            <a:pPr eaLnBrk="1" hangingPunct="1">
              <a:spcBef>
                <a:spcPct val="10000"/>
              </a:spcBef>
            </a:pPr>
            <a:endParaRPr lang="en-US" altLang="de-DE" sz="2500" dirty="0">
              <a:latin typeface="Franklin Gothic Book" panose="020B0503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14B5A1-9B86-96BE-B792-A802BD1B0B99}"/>
              </a:ext>
            </a:extLst>
          </p:cNvPr>
          <p:cNvSpPr txBox="1"/>
          <p:nvPr/>
        </p:nvSpPr>
        <p:spPr>
          <a:xfrm>
            <a:off x="10938302" y="1082978"/>
            <a:ext cx="18203227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3200" dirty="0">
                <a:latin typeface="FOUNDRYSTERLINGOT3-MEDIUM" panose="02000503040000020004" pitchFamily="2" charset="77"/>
              </a:rPr>
              <a:t>The Seventh International Seminar of Young Tibetologists | 2–6 September 2024 | University of Oxford</a:t>
            </a:r>
          </a:p>
          <a:p>
            <a:pPr algn="ctr">
              <a:lnSpc>
                <a:spcPct val="150000"/>
              </a:lnSpc>
            </a:pPr>
            <a:r>
              <a:rPr lang="en-GB" sz="3400" dirty="0" err="1">
                <a:latin typeface="Monlam Uni OuChan1" pitchFamily="2" charset="2"/>
                <a:ea typeface="Monlam Uni OuChan1" pitchFamily="2" charset="2"/>
                <a:cs typeface="Monlam Uni OuChan1" pitchFamily="2" charset="2"/>
              </a:rPr>
              <a:t>རྒྱལ</a:t>
            </a:r>
            <a:r>
              <a:rPr lang="bo-CN" sz="3400" dirty="0">
                <a:latin typeface="Monlam Uni OuChan1" pitchFamily="2" charset="2"/>
                <a:ea typeface="Monlam Uni OuChan1" pitchFamily="2" charset="2"/>
                <a:cs typeface="Monlam Uni OuChan1" pitchFamily="2" charset="2"/>
              </a:rPr>
              <a:t>་སྤྱིའི་གཞོན་ནུའི་བོད་རིག་པའི་གྲོས་ཚོགས་ཐེངས་བདུན་པ། སྤྱི་ལོ་༢༠༢༤ཟླ་བ་དགུ་པའྱི་ཚེས་༢ནས༦བར་ཡུལ་གྱི་</a:t>
            </a:r>
            <a:r>
              <a:rPr lang="en-GB" sz="3400" dirty="0" err="1">
                <a:effectLst/>
                <a:latin typeface="Monlam Uni OuChan1" pitchFamily="2" charset="2"/>
                <a:ea typeface="Monlam Uni OuChan1" pitchFamily="2" charset="2"/>
                <a:cs typeface="Monlam Uni OuChan1" pitchFamily="2" charset="2"/>
              </a:rPr>
              <a:t>ཨོཁིསི་ཧྥོཊི</a:t>
            </a:r>
            <a:r>
              <a:rPr lang="bo-CN" sz="3400" dirty="0">
                <a:latin typeface="Monlam Uni OuChan1" pitchFamily="2" charset="2"/>
                <a:ea typeface="Monlam Uni OuChan1" pitchFamily="2" charset="2"/>
                <a:cs typeface="Monlam Uni OuChan1" pitchFamily="2" charset="2"/>
              </a:rPr>
              <a:t>་མཐོ་སློབ་ཏུ།</a:t>
            </a:r>
            <a:endParaRPr lang="en-GB" sz="3400" dirty="0">
              <a:latin typeface="Monlam Uni OuChan1" pitchFamily="2" charset="2"/>
              <a:ea typeface="Monlam Uni OuChan1" pitchFamily="2" charset="2"/>
              <a:cs typeface="Monlam Uni OuChan1" pitchFamily="2" charset="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Default Design 3">
    <a:dk1>
      <a:srgbClr val="000000"/>
    </a:dk1>
    <a:lt1>
      <a:srgbClr val="FFFFFF"/>
    </a:lt1>
    <a:dk2>
      <a:srgbClr val="000000"/>
    </a:dk2>
    <a:lt2>
      <a:srgbClr val="333333"/>
    </a:lt2>
    <a:accent1>
      <a:srgbClr val="DDDDDD"/>
    </a:accent1>
    <a:accent2>
      <a:srgbClr val="808080"/>
    </a:accent2>
    <a:accent3>
      <a:srgbClr val="FFFFFF"/>
    </a:accent3>
    <a:accent4>
      <a:srgbClr val="000000"/>
    </a:accent4>
    <a:accent5>
      <a:srgbClr val="EBEBEB"/>
    </a:accent5>
    <a:accent6>
      <a:srgbClr val="737373"/>
    </a:accent6>
    <a:hlink>
      <a:srgbClr val="4D4D4D"/>
    </a:hlink>
    <a:folHlink>
      <a:srgbClr val="EAEAEA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116</Words>
  <Application>Microsoft Macintosh PowerPoint</Application>
  <PresentationFormat>Custom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Calibri</vt:lpstr>
      <vt:lpstr>Cambria</vt:lpstr>
      <vt:lpstr>FoundrySterling-BookExpert</vt:lpstr>
      <vt:lpstr>FoundrySterling-MediumExpert</vt:lpstr>
      <vt:lpstr>FOUNDRYSTERLINGOT3-MEDIUM</vt:lpstr>
      <vt:lpstr>Franklin Gothic Book</vt:lpstr>
      <vt:lpstr>Helvetica</vt:lpstr>
      <vt:lpstr>Monlam Uni OuChan1</vt:lpstr>
      <vt:lpstr>Times New Roman</vt:lpstr>
      <vt:lpstr>Default Design</vt:lpstr>
      <vt:lpstr>PowerPoint Presentation</vt:lpstr>
    </vt:vector>
  </TitlesOfParts>
  <LinksUpToDate>false</LinksUpToDate>
  <SharedDoc>false</SharedDoc>
  <HyperlinkBase>http://colinpurrington.com/tips/academic/posterdesign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</dc:title>
  <dc:subject>conference poster</dc:subject>
  <dc:creator>Colin Purrington</dc:creator>
  <cp:keywords>poster, conference, session, meeting, symposium, research, presentation</cp:keywords>
  <dc:description>This template is free for you to use to create your poster.  Do not host this file on your own server, even in adapted form. If you need to post a template, please steal somebody else's or just make your own (it's easy).  Thanks!</dc:description>
  <cp:lastModifiedBy>Daniel Wojahn</cp:lastModifiedBy>
  <cp:revision>626</cp:revision>
  <cp:lastPrinted>2015-07-21T09:38:51Z</cp:lastPrinted>
  <dcterms:created xsi:type="dcterms:W3CDTF">2012-06-12T14:08:55Z</dcterms:created>
  <dcterms:modified xsi:type="dcterms:W3CDTF">2024-07-08T07:48:56Z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Colin Purrington</vt:lpwstr>
  </property>
</Properties>
</file>